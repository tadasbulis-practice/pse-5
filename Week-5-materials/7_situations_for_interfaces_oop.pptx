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75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 snapToGrid="0" snapToObjects="1">
      <p:cViewPr varScale="1">
        <p:scale>
          <a:sx n="103" d="100"/>
          <a:sy n="103" d="100"/>
        </p:scale>
        <p:origin x="1088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84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Students often ask 'when should I create an interface?'.</a:t>
            </a:r>
          </a:p>
          <a:p>
            <a:r>
              <a:t>This lecture answers that with concrete real-world situations.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Classic Strategy pattern example. Interfaces enable interchangeable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Service abstraction allows swapping external providers without changing core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dependency injection and test doubles. Interfaces make testing easier.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example: payment gateways or authentication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Example: ILogger in .NET.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Repository pattern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Strategy pattern again but in broader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decision rule for practical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overengineering and premature abstraction.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Reinforce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1665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67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22215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220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49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42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620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29744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6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0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9691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6" r:id="rId1"/>
    <p:sldLayoutId id="2147484277" r:id="rId2"/>
    <p:sldLayoutId id="2147484278" r:id="rId3"/>
    <p:sldLayoutId id="2147484279" r:id="rId4"/>
    <p:sldLayoutId id="2147484280" r:id="rId5"/>
    <p:sldLayoutId id="2147484281" r:id="rId6"/>
    <p:sldLayoutId id="2147484282" r:id="rId7"/>
    <p:sldLayoutId id="2147484283" r:id="rId8"/>
    <p:sldLayoutId id="2147484284" r:id="rId9"/>
    <p:sldLayoutId id="2147484285" r:id="rId10"/>
    <p:sldLayoutId id="21474842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000" dirty="0"/>
              <a:t>7 Situations Where an Interface Is the Right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690999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dirty="0"/>
              <a:t>Practical guidelines for real software systems</a:t>
            </a:r>
          </a:p>
          <a:p>
            <a:r>
              <a:rPr lang="en-US" sz="2800" dirty="0"/>
              <a:t>Helps avoid overengineering</a:t>
            </a:r>
          </a:p>
          <a:p>
            <a:r>
              <a:rPr lang="en-US" sz="2800" dirty="0"/>
              <a:t>Helps apply SOLID principles correctly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dirty="0"/>
              <a:t>1️⃣ Multiple Implementations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8196475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When the same behavior has multiple implementations</a:t>
            </a:r>
          </a:p>
          <a:p>
            <a:r>
              <a:rPr sz="2800" dirty="0"/>
              <a:t>Example: payment methods</a:t>
            </a:r>
          </a:p>
          <a:p>
            <a:r>
              <a:rPr sz="2800" dirty="0" err="1"/>
              <a:t>IPayment</a:t>
            </a:r>
            <a:r>
              <a:rPr sz="2800" dirty="0"/>
              <a:t> → </a:t>
            </a:r>
            <a:r>
              <a:rPr sz="2800" dirty="0" err="1"/>
              <a:t>CreditCard</a:t>
            </a:r>
            <a:r>
              <a:rPr sz="2800" dirty="0"/>
              <a:t>, PayPal, </a:t>
            </a:r>
            <a:r>
              <a:rPr sz="2800" dirty="0" err="1"/>
              <a:t>ApplePay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2️⃣ External Service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620997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When integrating third‑party services</a:t>
            </a:r>
          </a:p>
          <a:p>
            <a:r>
              <a:rPr sz="2800" dirty="0"/>
              <a:t>Example: </a:t>
            </a:r>
            <a:r>
              <a:rPr sz="2800" dirty="0" err="1"/>
              <a:t>IEmailService</a:t>
            </a:r>
            <a:endParaRPr sz="2800" dirty="0"/>
          </a:p>
          <a:p>
            <a:r>
              <a:rPr sz="2800" dirty="0"/>
              <a:t>SMTP implementation vs SendGrid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3️⃣ Unit Testing and Mocking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844870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Interfaces allow mocking dependencies</a:t>
            </a:r>
          </a:p>
          <a:p>
            <a:r>
              <a:rPr sz="2800" dirty="0"/>
              <a:t>Example: </a:t>
            </a:r>
            <a:r>
              <a:rPr sz="2800" dirty="0" err="1"/>
              <a:t>IUserRepository</a:t>
            </a:r>
            <a:endParaRPr sz="2800" dirty="0"/>
          </a:p>
          <a:p>
            <a:r>
              <a:rPr sz="2800" dirty="0" err="1"/>
              <a:t>MockRepository</a:t>
            </a:r>
            <a:r>
              <a:rPr sz="2800" dirty="0"/>
              <a:t> used in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4️⃣ Plugin / Extension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899372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When the system must support plugins</a:t>
            </a:r>
          </a:p>
          <a:p>
            <a:r>
              <a:rPr sz="2800" dirty="0"/>
              <a:t>Example: </a:t>
            </a:r>
            <a:r>
              <a:rPr sz="2800" dirty="0" err="1"/>
              <a:t>IPaymentProvider</a:t>
            </a:r>
            <a:endParaRPr sz="2800" dirty="0"/>
          </a:p>
          <a:p>
            <a:r>
              <a:rPr sz="2800" dirty="0"/>
              <a:t>New providers can be added later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5️⃣ Framework / Library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56806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When building reusable libraries</a:t>
            </a:r>
          </a:p>
          <a:p>
            <a:r>
              <a:rPr sz="2800" dirty="0"/>
              <a:t>Framework exposes interfaces</a:t>
            </a:r>
          </a:p>
          <a:p>
            <a:r>
              <a:rPr sz="2800" dirty="0"/>
              <a:t>Users implement their own logic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6️⃣ Different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284093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Same data concept from different sources</a:t>
            </a:r>
          </a:p>
          <a:p>
            <a:r>
              <a:rPr sz="2800" dirty="0"/>
              <a:t>Example: </a:t>
            </a:r>
            <a:r>
              <a:rPr sz="2800" dirty="0" err="1"/>
              <a:t>IUserRepository</a:t>
            </a:r>
            <a:endParaRPr sz="2800" dirty="0"/>
          </a:p>
          <a:p>
            <a:r>
              <a:rPr sz="2800" dirty="0" err="1"/>
              <a:t>SqlUserRepository</a:t>
            </a:r>
            <a:r>
              <a:rPr sz="2800" dirty="0"/>
              <a:t> vs </a:t>
            </a:r>
            <a:r>
              <a:rPr sz="2800" dirty="0" err="1"/>
              <a:t>ApiUserRepository</a:t>
            </a:r>
            <a:endParaRPr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7️⃣ Runtime Behavior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304657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When behavior changes at runtime</a:t>
            </a:r>
          </a:p>
          <a:p>
            <a:r>
              <a:rPr sz="2800" dirty="0"/>
              <a:t>Example: sorting strategy</a:t>
            </a:r>
          </a:p>
          <a:p>
            <a:r>
              <a:rPr sz="2800" dirty="0"/>
              <a:t>Example: compression algorithm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4530" y="365760"/>
            <a:ext cx="100954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/>
              <a:t>Quick Rule for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024680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Create an interface when:</a:t>
            </a:r>
          </a:p>
          <a:p>
            <a:r>
              <a:rPr sz="2800" dirty="0"/>
              <a:t>There are multiple interchangeable behaviors</a:t>
            </a:r>
          </a:p>
          <a:p>
            <a:r>
              <a:rPr sz="2800" dirty="0"/>
              <a:t>You expect implementations to change</a:t>
            </a:r>
          </a:p>
          <a:p>
            <a:r>
              <a:rPr sz="2800" dirty="0"/>
              <a:t>You need loose coupling between components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598" y="365760"/>
            <a:ext cx="100584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dirty="0"/>
              <a:t>When NOT to Use an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829848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Only one implementation exists</a:t>
            </a:r>
          </a:p>
          <a:p>
            <a:r>
              <a:rPr sz="2800" dirty="0"/>
              <a:t>No expected variation</a:t>
            </a:r>
          </a:p>
          <a:p>
            <a:r>
              <a:rPr sz="2800" dirty="0"/>
              <a:t>Adds unnecessary complexity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4022" y="365760"/>
            <a:ext cx="98359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dirty="0"/>
              <a:t>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501827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Interface = interchangeable behavior</a:t>
            </a:r>
          </a:p>
          <a:p>
            <a:r>
              <a:rPr sz="2800" dirty="0"/>
              <a:t>Abstract class = shared base logic</a:t>
            </a:r>
          </a:p>
          <a:p>
            <a:r>
              <a:rPr sz="2800" dirty="0"/>
              <a:t>Class = concrete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C2DCBD-550E-9CD0-DFED-3773A458E43C}"/>
              </a:ext>
            </a:extLst>
          </p:cNvPr>
          <p:cNvSpPr txBox="1"/>
          <p:nvPr/>
        </p:nvSpPr>
        <p:spPr>
          <a:xfrm>
            <a:off x="2496064" y="4059606"/>
            <a:ext cx="82543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 AND AGAIN - we use INTERFACE 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When we know WHAT WE NEED (TO DO)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BUT we DON’T know HOW (TO DO)</a:t>
            </a:r>
          </a:p>
          <a:p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11</TotalTime>
  <Words>329</Words>
  <Application>Microsoft Macintosh PowerPoint</Application>
  <PresentationFormat>Widescreen</PresentationFormat>
  <Paragraphs>60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Impact</vt:lpstr>
      <vt:lpstr>Badge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Tadas Bulis</cp:lastModifiedBy>
  <cp:revision>3</cp:revision>
  <dcterms:created xsi:type="dcterms:W3CDTF">2013-01-27T09:14:16Z</dcterms:created>
  <dcterms:modified xsi:type="dcterms:W3CDTF">2026-03-11T18:58:56Z</dcterms:modified>
  <cp:category/>
</cp:coreProperties>
</file>