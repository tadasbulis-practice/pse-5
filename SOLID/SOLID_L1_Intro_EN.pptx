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232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5802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71600" y="914400"/>
            <a:ext cx="1097280" cy="109728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0" y="9144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2697480" y="914400"/>
            <a:ext cx="1097280" cy="109728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97480" y="9144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4023360" y="914400"/>
            <a:ext cx="1097280" cy="10972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023360" y="9144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349240" y="914400"/>
            <a:ext cx="1097280" cy="1097280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49240" y="9144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6675120" y="914400"/>
            <a:ext cx="1097280" cy="1097280"/>
          </a:xfrm>
          <a:prstGeom prst="rect">
            <a:avLst/>
          </a:prstGeom>
          <a:solidFill>
            <a:srgbClr val="FCE4EC"/>
          </a:solidFill>
          <a:ln w="12700">
            <a:solidFill>
              <a:srgbClr val="880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75120" y="9144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365760" y="21945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Principles in C#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365760" y="29718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— one example per principle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" y="35661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Introduction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C# · Kaunas College · Tadas Bulis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SOLID principles?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8595360" cy="621792"/>
          </a:xfrm>
          <a:prstGeom prst="rect">
            <a:avLst/>
          </a:prstGeom>
          <a:solidFill>
            <a:srgbClr val="B2EBF2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is a set of 5 OOP design principles that help you write flexible, maintainable, and testable code.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Coined by Robert C. Martin ("Uncle Bob").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82496"/>
            <a:ext cx="502920" cy="50292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6824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170078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 Principle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938528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 — one job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304288"/>
            <a:ext cx="502920" cy="50292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2304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14400" y="232257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Open/Closed Principle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560320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extension, closed for modification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50292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4400" y="294436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Liskov Substitution Principle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182112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implementation must be a valid substitute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547872"/>
            <a:ext cx="502920" cy="502920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3547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14400" y="356616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Segregation Principle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803904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small interfaces &gt; one fat interface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169664"/>
            <a:ext cx="502920" cy="502920"/>
          </a:xfrm>
          <a:prstGeom prst="rect">
            <a:avLst/>
          </a:prstGeom>
          <a:solidFill>
            <a:srgbClr val="FCE4EC"/>
          </a:solidFill>
          <a:ln w="12700">
            <a:solidFill>
              <a:srgbClr val="880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4169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14400" y="418795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Inversion Principle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442569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 on abstractions, not concretions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0" y="1371600"/>
            <a:ext cx="1645920" cy="164592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3716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017520" y="164592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 Principle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017520" y="265176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Single Responsibility Principle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731520"/>
          </a:xfrm>
          <a:prstGeom prst="rect">
            <a:avLst/>
          </a:prstGeom>
          <a:solidFill>
            <a:srgbClr val="B2EBF2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941832"/>
            <a:ext cx="8321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 should have ONE reason to change.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class does too many things, changing one can break another.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matter?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947672"/>
            <a:ext cx="8595360" cy="658368"/>
          </a:xfrm>
          <a:prstGeom prst="rect">
            <a:avLst/>
          </a:prstGeom>
          <a:solidFill>
            <a:srgbClr val="FFF3E0"/>
          </a:solidFill>
          <a:ln w="12700">
            <a:solidFill>
              <a:srgbClr val="E65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020824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 classes are hard to test, maintain, and reuse. When printing logic changes, do you really want to risk breaking the database code?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743200"/>
            <a:ext cx="8595360" cy="50292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"One class — one job"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4320" y="324916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6280" y="3294888"/>
            <a:ext cx="778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example: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593592"/>
            <a:ext cx="8595360" cy="1385316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4048" y="3621024"/>
            <a:ext cx="837590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StudentRepository  { /* stores */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StudentValidator   { /* validates */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StudentPrinter     { /* prints */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AverageStrategy    { /* calculates */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StudentService ONLY coordinates — doesn't do the work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StudentService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0" y="1371600"/>
            <a:ext cx="1645920" cy="164592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3716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017520" y="164592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Open/Closed Principle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017520" y="265176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— Open/Closed Principle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731520"/>
          </a:xfrm>
          <a:prstGeom prst="rect">
            <a:avLst/>
          </a:prstGeom>
          <a:solidFill>
            <a:srgbClr val="B2EBF2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941832"/>
            <a:ext cx="8321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entities should be OPEN for extension, but CLOSED for modification.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behaviour by adding code — not by changing existing code.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matter?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947672"/>
            <a:ext cx="8595360" cy="658368"/>
          </a:xfrm>
          <a:prstGeom prst="rect">
            <a:avLst/>
          </a:prstGeom>
          <a:solidFill>
            <a:srgbClr val="FFF3E0"/>
          </a:solidFill>
          <a:ln w="12700">
            <a:solidFill>
              <a:srgbClr val="E65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020824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every new feature requires editing existing classes, you risk breaking what already works. Interfaces make extension safe.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743200"/>
            <a:ext cx="8595360" cy="50292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"Open for extension, closed for modification"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4320" y="321868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4380" y="3256788"/>
            <a:ext cx="77495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example: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585972"/>
            <a:ext cx="8595360" cy="1403604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4048" y="3613404"/>
            <a:ext cx="837590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IStudentPrinter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Print(Student s);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ConsoleStudentPrinter : IStudentPrinter { ...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FileStudentPrinter    : IStudentPrinter { ...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HtmlStudentPrinter    : IStudentPrinter { ... }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0" y="1371600"/>
            <a:ext cx="1645920" cy="16459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3716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017520" y="164592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Liskov Substitution Principle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017520" y="265176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— Liskov Substitution Principle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731520"/>
          </a:xfrm>
          <a:prstGeom prst="rect">
            <a:avLst/>
          </a:prstGeom>
          <a:solidFill>
            <a:srgbClr val="B2EBF2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941832"/>
            <a:ext cx="8321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of a subtype should be SUBSTITUTABLE for objects of their base type WITHOUT breaking the program.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looks like a duck and quacks like a duck, it must work like a duck.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matter?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947672"/>
            <a:ext cx="8595360" cy="658368"/>
          </a:xfrm>
          <a:prstGeom prst="rect">
            <a:avLst/>
          </a:prstGeom>
          <a:solidFill>
            <a:srgbClr val="FFF3E0"/>
          </a:solidFill>
          <a:ln w="12700">
            <a:solidFill>
              <a:srgbClr val="E65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020824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Violating LSP means your interface is a lie — callers can't trust it. A IStudentPrinter that throws NotImplementedException for some students breaks every caller.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743200"/>
            <a:ext cx="859536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"Any implementation must be a valid substitute"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4320" y="32263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3287268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example: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563112"/>
            <a:ext cx="8595360" cy="12801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4048" y="3643884"/>
            <a:ext cx="837590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ConsoleStudentPrinter : IStudentPrinter
{
    public void Print(Student s)  // always works
    {
        Console.WriteLine($"{s.Name}: {s.Grade}");
    }
}
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0" y="1371600"/>
            <a:ext cx="1645920" cy="1645920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3716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017520" y="164592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Segregation Principle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017520" y="265176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— Interface Segregation Principle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731520"/>
          </a:xfrm>
          <a:prstGeom prst="rect">
            <a:avLst/>
          </a:prstGeom>
          <a:solidFill>
            <a:srgbClr val="B2EBF2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941832"/>
            <a:ext cx="8321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should NOT be forced to depend on interfaces they do not use.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large interfaces into smaller, focused ones.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matter?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947672"/>
            <a:ext cx="8595360" cy="658368"/>
          </a:xfrm>
          <a:prstGeom prst="rect">
            <a:avLst/>
          </a:prstGeom>
          <a:solidFill>
            <a:srgbClr val="FFF3E0"/>
          </a:solidFill>
          <a:ln w="12700">
            <a:solidFill>
              <a:srgbClr val="E65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020824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fat interface forces every implementer to provide methods it doesn't need. A ConsoleStudentPrinter shouldn't need to implement ValidateGrade().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743200"/>
            <a:ext cx="8595360" cy="502920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"Many small interfaces &gt; one fat interface"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4320" y="32644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8660" y="3332988"/>
            <a:ext cx="77952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example: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578352"/>
            <a:ext cx="8595360" cy="1403604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4048" y="3605784"/>
            <a:ext cx="837590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IStudentRepository { void Add(Student s); ...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IStudentPrinter    { void Print(Student s);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IStudentValidator  { bool Validate(Student s);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IAverageStrategy   { double Calculate(Student s);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ConsoleStudentPrinter only needs to know about printing: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ConsoleStudentPrinter : IStudentPrinter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0" y="1371600"/>
            <a:ext cx="1645920" cy="1645920"/>
          </a:xfrm>
          <a:prstGeom prst="rect">
            <a:avLst/>
          </a:prstGeom>
          <a:solidFill>
            <a:srgbClr val="FCE4EC"/>
          </a:solidFill>
          <a:ln w="12700">
            <a:solidFill>
              <a:srgbClr val="880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3716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017520" y="164592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Inversion Principle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017520" y="265176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Dependency Inversion Principle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solidFill>
            <a:srgbClr val="FCE4EC"/>
          </a:solidFill>
          <a:ln w="12700">
            <a:solidFill>
              <a:srgbClr val="880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21040" y="548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731520"/>
          </a:xfrm>
          <a:prstGeom prst="rect">
            <a:avLst/>
          </a:prstGeom>
          <a:solidFill>
            <a:srgbClr val="B2EBF2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941832"/>
            <a:ext cx="8321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modules should NOT depend on low-level modules. Both should depend on abstractions (interfaces).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Abstractions should NOT depend on details — details should depend on abstractions.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matter?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947672"/>
            <a:ext cx="8595360" cy="658368"/>
          </a:xfrm>
          <a:prstGeom prst="rect">
            <a:avLst/>
          </a:prstGeom>
          <a:solidFill>
            <a:srgbClr val="FFF3E0"/>
          </a:solidFill>
          <a:ln w="12700">
            <a:solidFill>
              <a:srgbClr val="E65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020824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StudentService depends on ConsoleStudentPrinter directly, you can NEVER swap it for a file printer without editing the service. Depend on the interface, not the class.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743200"/>
            <a:ext cx="8595360" cy="502920"/>
          </a:xfrm>
          <a:prstGeom prst="rect">
            <a:avLst/>
          </a:prstGeom>
          <a:solidFill>
            <a:srgbClr val="FCE4EC"/>
          </a:solidFill>
          <a:ln w="12700">
            <a:solidFill>
              <a:srgbClr val="880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"Depend on abstractions, not concretions"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4320" y="32263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8660" y="3287268"/>
            <a:ext cx="77952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example: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563112"/>
            <a:ext cx="8595360" cy="13822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4048" y="3621024"/>
            <a:ext cx="8375904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StudentService   // HIGH-LEVEL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IStudentPrinter _printer; // ← interface!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Dependency INJECTED from outside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StudentService(IStudentPrinter printer)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_printer = printer;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— 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5720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923544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15214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 — one job. Separate storage, printing, validation, calculation.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673352"/>
            <a:ext cx="457200" cy="45720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673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1682496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Open/Closed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191109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behaviour with new classes, not by editing existing ones.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432304"/>
            <a:ext cx="4572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432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244144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Liskov Substitution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67004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implementation must be a safe substitute. No surprises.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191256"/>
            <a:ext cx="457200" cy="457200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3191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60120" y="3200400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Segregation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42900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small interfaces &gt; one fat interface.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950208"/>
            <a:ext cx="457200" cy="457200"/>
          </a:xfrm>
          <a:prstGeom prst="rect">
            <a:avLst/>
          </a:prstGeom>
          <a:solidFill>
            <a:srgbClr val="FCE4EC"/>
          </a:solidFill>
          <a:ln w="12700">
            <a:solidFill>
              <a:srgbClr val="880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3950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60120" y="395935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Inversion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418795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 on abstractions (interfaces), inject the details.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821</Words>
  <Application>Microsoft Macintosh PowerPoint</Application>
  <PresentationFormat>On-screen Show (16:9)</PresentationFormat>
  <Paragraphs>149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Tadas Bulis</cp:lastModifiedBy>
  <cp:revision>2</cp:revision>
  <dcterms:created xsi:type="dcterms:W3CDTF">2026-04-12T12:57:03Z</dcterms:created>
  <dcterms:modified xsi:type="dcterms:W3CDTF">2026-04-14T18:07:16Z</dcterms:modified>
</cp:coreProperties>
</file>