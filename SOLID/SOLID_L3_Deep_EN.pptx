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914400"/>
            <a:ext cx="1097280" cy="10972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697480" y="914400"/>
            <a:ext cx="1097280" cy="109728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023360" y="914400"/>
            <a:ext cx="1097280" cy="10972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49240" y="914400"/>
            <a:ext cx="1097280" cy="109728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6675120" y="914400"/>
            <a:ext cx="1097280" cy="109728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65760" y="21945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 in C#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65760" y="29718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— connected to your StudentService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" y="3566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Deep dive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C# · Kaunas College · Tadas Bulis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SOLID principles?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621792"/>
          </a:xfrm>
          <a:prstGeom prst="rect">
            <a:avLst/>
          </a:prstGeom>
          <a:solidFill>
            <a:srgbClr val="B2EBF2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is a set of 5 OOP design principles that help you write flexible, maintainable, and testable code.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Coined by Robert C. Martin ("Uncle Bob").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82496"/>
            <a:ext cx="50292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82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70078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 Principle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93852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— one job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502920" cy="50292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32257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 Principle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56032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extension, closed for modification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50292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29443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 Principle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18211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implementation must be a valid substitute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547872"/>
            <a:ext cx="5029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35661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 Principle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803904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interfaces &gt; one fat interface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169664"/>
            <a:ext cx="502920" cy="50292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41879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 Principle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42569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abstractions, not concretions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❌ Bad — God class does everything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StudentManager  // Does EVERYTHING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List&lt;Student&gt; _list = new();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Add(Student s) =&gt; _list.Add(s);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Validate(Student s)        //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(s.Age &lt; 0) throw new Exception();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Print(Student s)           // UI / output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Console.WriteLine(s.Name);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CalcAverage(Student s)   // business logic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s.Grades.Average();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class, four responsibilities. Changing the print format risks breaking the calculation logic.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✅ Good — each class has ONE responsibility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StudentRepository  { /* stores */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StudentValidator   { /* validates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StudentPrinter     { /* prints */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AverageStrategy    { /* calculates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StudentService ONLY coordinates — doesn't do the 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StudentService(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IStudentRepository repo,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IStudentValidator   validator,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IStudentPrinter     printer,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IAverageStrategy    strategy)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has one reason to change. Printing changes → only StudentPrinter changes.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🏗️ Your system: SRP already applied!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 — wires it together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service = new StudentService(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MemoryStudentRepository(),  // storage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StudentValidator(),          //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ConsoleStudentPrinter(),     // output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SimpleAverageStrategy()      // calculation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Each class has ONE job — changing output format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means ONLY ConsoleStudentPrinter changes.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B2EBF2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this in Week 2! SRP is the foundation — all other SOLID principles build on 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❌ Bad — adding a printer means editing the service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Print(Student s, string type)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(type == "console")          // grows forever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Console.WriteLine(s.Name);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if (type == "file")         // must edit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File.WriteAllText(...);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if (type == "html")         // risk of regression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printer type requires editing StudentService. You could accidentally break the console printer while adding HTML.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✅ Good — new printer = new class, service untouched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IStudentPrinter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Print(Student 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ConsoleStudentPrinter : IStudentPrinter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FileStudentPrinter    : IStudentPrinter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HtmlStudentPrinter    : IStudentPrinter { ...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StudentService never changes when adding printers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StudentService(IStudentPrinter printer)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StudentService is CLOSED to modification. You OPEN the system for extension by adding a new class.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🏗️ Your system: OCP with the useApi flag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 — one flag, two implementations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bool useApi = false; // ← flip to true for Docker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IStudentRepository repo = useApi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new ApiStudentRepository(url)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new MemoryStudentRepository();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StudentService is UNCHANGED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Adding ApiStudentRepository = new class, no edits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 the service!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B2EBF2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added ApiStudentRepository in Lab-7, StudentService didn't change at all. That's OCP in action.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❌ Bad — implementation breaks the contract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IStudentPrinter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Print(Student 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SpecialPrinter : IStudentPrinter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Print(Student 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(s.Grade &lt; 5)                       // SURPRISE!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NotImplementedException(); // breaks LSP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Console.WriteLine(s.Name);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StudentService cannot safely use SpecialPrinter — it must add special-case checks. The interface promise is broken.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✅ Good — all implementations honour the contract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ConsoleStudentPrinter : IStudentPrinter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Print(Student s)  // always works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Console.WriteLine($"{s.Name}: {s.Grade}");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FileStudentPrinter : IStudentPrinter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Print(Student s)  // also always works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File.AppendAllText("log.txt", s.Name);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StudentService can use ANY IStudentPrinter safely. No surprises — LSP is honoured.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🏗️ Your system: MemoryRepo vs ApiRepo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Both implement IStudentRepository identically: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IStudentRepository repo = useApi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new ApiStudentRepository(url)   // fetches from Docker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new MemoryStudentRepository();   // uses seed data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StudentService calls: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repo.GetAll()       // works on BOTH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repo.GetById(id)    // works on BOTH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repo.GetFaculty()   // works on BOTH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Perfectly substitutable — that's LSP.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B2EBF2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MemoryStudentRepository for ApiStudentRepository doesn't change a single line in StudentService. That's the LSP guarantee.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❌ Bad — one fat interface, many unused methods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interface that does EVERYTHING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Add(Student 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Remove(int 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Print(Student s);         // printing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PrintAll();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Validate(Student s);      //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CalcAverage(Student s); // calculation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SaveToFile();             // persistence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LoadFromFile();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Now ConsoleStudentPrinter must implement SaveToFile()!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that uses IStudentService gets ALL methods, even irrelevant ones. Adding a method breaks all implementers.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✅ Good — focused interfaces, implement only what you need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IStudentRepository { void Add(Student s);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IStudentPrinter    { void Print(Student s);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IStudentValidator  { bool Validate(Student s);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IAverageStrategy   { double Calculate(Student s);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ConsoleStudentPrinter only needs to know about printing: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ConsoleStudentPrinter : IStudentPrinter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Print(Student s)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Nothing else! No SaveToFile, no Validate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depends only on the interface it needs. Adding a new method to IStudentRepository doesn't affect IStudentPrinter.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🏗️ Your system: ISP built-in from Week 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 separate focused interfaces: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IStudentRepository  → store / retrieve students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IStudentPrinter     → display output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IAverageStrategy    → grade calculation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IStudentValidator   → data validation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StudentService depends on ALL of them: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StudentService(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IStudentRepository repo,      // only storage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IStudentPrinter    printer,   // only print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IAverageStrategy   strategy,  // only calc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IStudentValidator  validator  // only validate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B2EBF2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been applying ISP since Week 3! Each interface is a focused contract — small, clear, and reusable.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❌ Bad — high-level module depends on a concrete class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StudentService   // HIGH-LEVEL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Direct dependency on concrete class!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ConsoleStudentPrinter _printer;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StudentService()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Service creates its own dependency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_printer = new ConsoleStudentPrinter();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Cannot swap for FileStudentPrinter without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editing this class — tight coupling!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StudentService is welded to ConsoleStudentPrinter. Testing it in isolation is impossible — you must always print to console.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✅ Good — depend on the abstraction, inject the detail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StudentService   // HIGH-LEVEL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IStudentPrinter _printer; // ← interface!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Dependency INJECTED from outside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StudentService(IStudentPrinter printer)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_printer = printer;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 decides WHICH implementation to use: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StudentService(new ConsoleStudentPrinter());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StudentService(new FileStudentPrinter());    // swap!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StudentService(new FakeStudentPrinter());    // test!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StudentService doesn't know or care what prints. You can inject a fake printer for testing without changing a line.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🏗️ Your system: DIP via constructor injection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41832"/>
            <a:ext cx="8375904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StudentService — depends only on interfaces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StudentService(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IStudentRepository repo,     // NOT MemoryStudentRepository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IStudentPrinter    printer,  // NOT ConsoleStudentPrinter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IAverageStrategy   strategy, // NOT SimpleAverageStrategy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IStudentValidator  validator // NOT StudentValidator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 is the COMPOSITION ROOT — only place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that knows concrete class names.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553712"/>
            <a:ext cx="8595360" cy="429768"/>
          </a:xfrm>
          <a:prstGeom prst="rect">
            <a:avLst/>
          </a:prstGeom>
          <a:solidFill>
            <a:srgbClr val="B2EBF2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2686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Program.cs is a textbook Composition Root. StudentService has never seen a concrete class name — only interfaces. That's DIP.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5720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92354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1521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— one job. Separate storage, printing, validation, calculation.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457200" cy="45720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68249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91109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behaviour with new classes, not by editing existing ones.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32304"/>
            <a:ext cx="4572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32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44144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67004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implementation must be a safe substitute. No surprises.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91256"/>
            <a:ext cx="45720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320040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4290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interfaces &gt; one fat interface.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50208"/>
            <a:ext cx="457200" cy="45720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395935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1879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abstractions (interfaces), inject the details.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2026-04-12T12:57:03Z</dcterms:created>
  <dcterms:modified xsi:type="dcterms:W3CDTF">2026-04-12T12:57:03Z</dcterms:modified>
</cp:coreProperties>
</file>