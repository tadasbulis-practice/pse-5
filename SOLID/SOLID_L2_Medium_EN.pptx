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14400"/>
            <a:ext cx="109728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697480" y="914400"/>
            <a:ext cx="1097280" cy="109728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49240" y="914400"/>
            <a:ext cx="109728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6675120" y="914400"/>
            <a:ext cx="1097280" cy="109728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in C#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→ Good code comparisons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Medium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C# · Kaunas College · Tadas Bulis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SOLID principles?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621792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is a set of 5 OOP design principles that help you write flexible, maintainable, and testable code.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by Robert C. Martin ("Uncle Bob").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82496"/>
            <a:ext cx="5029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82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7007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— one job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50292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603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extension, closed for modification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9443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Principle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implementation must be a valid substitute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Principle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0390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interfaces &gt; one fat interface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4187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Principle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4256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abstractions, not concretions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❌ Bad — God class does everything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StudentManager  // Does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List&lt;Student&gt; _list = 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Add(Student s) =&gt; _list.Add(s);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Validate(Student s)        //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(s.Age &lt; 0) throw new Exception();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          // UI /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CalcAverage(Student s)   // business logic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s.Grades.Average();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class, four responsibilities. Changing the print format risks breaking the calculation logic.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✅ Good — each class has ONE responsibility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StudentRepository  { /* stores */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StudentValidator   { /* validates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StudentPrinter     { /* prints */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AverageStrategy    { /* calculates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ONLY coordinates — doesn't do the 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StudentService(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IStudentRepository repo,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IStudentValidator   validator,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IStudentPrinter     printer,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IAverageStrategy    strategy)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one reason to change. Printing changes → only StudentPrinter changes.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❌ Bad — adding a printer means editing the service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s, string type)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(type == "console")          // grows forever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Console.WriteLine(s.Name);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(type == "file")         // must edit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File.WriteAllText(...);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(type == "html")         // risk of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printer type requires editing StudentService. You could accidentally break the console printer while adding HTML.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✅ Good — new printer = new class, service untouched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Print(Student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FileStudentPrinter    : IStudentPrinter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HtmlStudentPrinter    : IStudentPrinter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never changes when adding printers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StudentService(IStudentPrinter printer)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is CLOSED to modification. You OPEN the system for extension by adding a new class.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❌ Bad — implementation breaks the contract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Print(Student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SpecialPrinter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(s.Grade &lt; 5)                       // SURPRISE!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NotImplementedException(); // breaks LSP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cannot safely use SpecialPrinter — it must add special-case checks. The interface promise is broken.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✅ Good — all implementations honour the contract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 // always 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Console.WriteLine($"{s.Name}: {s.Grade}");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FileStudentPrinter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 // also always 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File.AppendAllText("log.txt", 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can use ANY IStudentPrinter safely. No surprises — LSP is honoured.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❌ Bad — one fat interface, many unused methods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interface that does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Add(Student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Remove(int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Print(Student s);         // printing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PrintAll();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Validate(Student s);      //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CalcAverage(Student s); // calculation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SaveToFile();             // persistence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LoadFromFile();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ConsoleStudentPrinter must implement SaveToFile()!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that uses IStudentService gets ALL methods, even irrelevant ones. Adding a method breaks all implementers.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✅ Good — focused interfaces, implement only what you need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IStudentRepository { void Add(Student s);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    { void Print(Student 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IStudentValidator  { bool Validate(Student 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IAverageStrategy   { double Calculate(Student s);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ConsoleStudentPrinter only needs to know about printing: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Nothing else! No SaveToFile, no Validate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depends only on the interface it needs. Adding a new method to IStudentRepository doesn't affect IStudentPrinter.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❌ Bad — high-level module depends on a concrete class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   // HIGH-LEVEL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Direct dependency on concrete class!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ConsoleStudentPrinter _printer;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StudentService()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Service creates its own dependency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_printer = new ConsoleStudentPrinter();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Cannot swap for FileStudentPrinter without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editing this class — tight coupling!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is welded to ConsoleStudentPrinter. Testing it in isolation is impossible — you must always print to console.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✅ Good — depend on the abstraction, inject the detail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   // HIGH-LEVEL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IStudentPrinter _printer; // ← interface!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Dependency INJECTED from outside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StudentService(IStudentPrinter printer)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_printer = printer;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decides WHICH implementation to use: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StudentService(new ConsoleStudentPrinter());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StudentService(new FileStudentPrinter());    // swap!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StudentService(new FakeStudentPrinter());    // test!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doesn't know or care what prints. You can inject a fake printer for testing without changing a line.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9235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52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— one job. Separate storage, printing, validation, calculation.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457200" cy="45720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68249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110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 with new classes, not by editing existing ones.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4572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44144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6700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implementation must be a safe substitute. No surprises.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45720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290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interfaces &gt; one fat interface.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9593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87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abstractions (interfaces), inject the details.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2026-04-12T12:57:03Z</dcterms:created>
  <dcterms:modified xsi:type="dcterms:W3CDTF">2026-04-12T12:57:03Z</dcterms:modified>
</cp:coreProperties>
</file>