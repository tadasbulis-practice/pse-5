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we are not talking about testing.</a:t>
            </a:r>
          </a:p>
          <a:p>
            <a:r>
              <a:t>We are talking about dependency isolation.</a:t>
            </a:r>
          </a:p>
          <a:p/>
          <a:p>
            <a:r>
              <a:t>Testing is only a consequence of good architecture.</a:t>
            </a:r>
          </a:p>
          <a:p>
            <a:r>
              <a:t>Our goal is to understand how to separate business logic from external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Let’s briefly recall Week-3.</a:t>
            </a:r>
          </a:p>
          <a:p/>
          <a:p>
            <a:r>
              <a:t>An interface is a contract.</a:t>
            </a:r>
          </a:p>
          <a:p>
            <a:r>
              <a:t>We already learned constructor injection.</a:t>
            </a:r>
          </a:p>
          <a:p>
            <a:r>
              <a:t>A system should not depend on concrete implementations.</a:t>
            </a:r>
          </a:p>
          <a:p/>
          <a:p>
            <a:r>
              <a:t>Today we go one step further:</a:t>
            </a:r>
          </a:p>
          <a:p>
            <a:r>
              <a:t>What does this mean in a real project?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we have an OrderService.</a:t>
            </a:r>
          </a:p>
          <a:p/>
          <a:p>
            <a:r>
              <a:t>After a purchase, it sends a notification.</a:t>
            </a:r>
          </a:p>
          <a:p>
            <a:r>
              <a:t>Today it may be Email.</a:t>
            </a:r>
          </a:p>
          <a:p>
            <a:r>
              <a:t>Tomorrow SMS.</a:t>
            </a:r>
          </a:p>
          <a:p>
            <a:r>
              <a:t>Later an external API.</a:t>
            </a:r>
          </a:p>
          <a:p/>
          <a:p>
            <a:r>
              <a:t>Should business logic know about that?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real problem.</a:t>
            </a:r>
          </a:p>
          <a:p/>
          <a:p>
            <a:r>
              <a:t>If the Email server fails — should our business logic stop?</a:t>
            </a:r>
          </a:p>
          <a:p>
            <a:r>
              <a:t>If another team has not finished their module — should we wait?</a:t>
            </a:r>
          </a:p>
          <a:p/>
          <a:p>
            <a:r>
              <a:t>We need to isolate the dependency.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interface becomes the contract.</a:t>
            </a:r>
          </a:p>
          <a:p/>
          <a:p>
            <a:r>
              <a:t>OrderService does not know about Email or SMS.</a:t>
            </a:r>
          </a:p>
          <a:p>
            <a:r>
              <a:t>It only knows that someone can send a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CompleteOrder method relies only on the result of Send().</a:t>
            </a:r>
          </a:p>
          <a:p/>
          <a:p>
            <a:r>
              <a:t>If Send returns true — order is completed.</a:t>
            </a:r>
          </a:p>
          <a:p>
            <a:r>
              <a:t>If false — it remains pending.</a:t>
            </a:r>
          </a:p>
          <a:p/>
          <a:p>
            <a:r>
              <a:t>That is our business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Fake allows us to work without the real system.</a:t>
            </a:r>
          </a:p>
          <a:p/>
          <a:p>
            <a:r>
              <a:t>We can continue development even if infrastructure is not ready.</a:t>
            </a:r>
          </a:p>
          <a:p>
            <a:r>
              <a:t>Fake is simple — it always returns a fixed result.</a:t>
            </a:r>
          </a:p>
          <a:p/>
          <a:p>
            <a:r>
              <a:t>We disconnected from the real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But Fake has limitations.</a:t>
            </a:r>
          </a:p>
          <a:p/>
          <a:p>
            <a:r>
              <a:t>It has only one fixed behavior.</a:t>
            </a:r>
          </a:p>
          <a:p>
            <a:r>
              <a:t>We cannot model different world scenarios.</a:t>
            </a:r>
          </a:p>
          <a:p/>
          <a:p>
            <a:r>
              <a:t>We need something more flexible.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Stub allows us to control the outcome.</a:t>
            </a:r>
          </a:p>
          <a:p/>
          <a:p>
            <a:r>
              <a:t>We pass the result through the constructor.</a:t>
            </a:r>
          </a:p>
          <a:p>
            <a:r>
              <a:t>Now we can simulate success or failure.</a:t>
            </a:r>
          </a:p>
          <a:p/>
          <a:p>
            <a:r>
              <a:t>This is controlled dependency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we pass true,</a:t>
            </a:r>
          </a:p>
          <a:p>
            <a:r>
              <a:t>the system behaves as if the message was successfully sent.</a:t>
            </a:r>
          </a:p>
          <a:p/>
          <a:p>
            <a:r>
              <a:t>We see the success branch.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we pass false,</a:t>
            </a:r>
          </a:p>
          <a:p>
            <a:r>
              <a:t>the system simulates failure.</a:t>
            </a:r>
          </a:p>
          <a:p/>
          <a:p>
            <a:r>
              <a:t>We see another business logic branch.</a:t>
            </a:r>
          </a:p>
          <a:p>
            <a:r>
              <a:t>And we did not modify the business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can extend business logic.</a:t>
            </a:r>
          </a:p>
          <a:p/>
          <a:p>
            <a:r>
              <a:t>But it still does not depend on real infrastructure.</a:t>
            </a:r>
          </a:p>
          <a:p>
            <a:r>
              <a:t>We only change the injected implementation.</a:t>
            </a:r>
          </a:p>
          <a:p/>
          <a:p>
            <a:r>
              <a:t>Business logic remains 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idea:</a:t>
            </a:r>
          </a:p>
          <a:p/>
          <a:p>
            <a:r>
              <a:t>We isolate dependencies.</a:t>
            </a:r>
          </a:p>
          <a:p>
            <a:r>
              <a:t>Fake disconnects infrastructure.</a:t>
            </a:r>
          </a:p>
          <a:p>
            <a:r>
              <a:t>Stub allows us to control behavior.</a:t>
            </a:r>
          </a:p>
          <a:p/>
          <a:p>
            <a:r>
              <a:t>Business logic remains stable and flexible.</a:t>
            </a:r>
          </a:p>
          <a:p>
            <a:r>
              <a:t>Testing becomes easy — but it was never the primary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move to live coding.</a:t>
            </a:r>
          </a:p>
          <a:p/>
          <a:p>
            <a:r>
              <a:t>We will refactor step by step.</a:t>
            </a:r>
          </a:p>
          <a:p>
            <a:r>
              <a:t>Then you will implement this in LAB-4.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 OOP C# – Week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Interfaces and Dependency Isolation</a:t>
            </a:r>
          </a:p>
          <a:p>
            <a:r>
              <a:t>Fake → Stub as Isolation Techniques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Week-3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Interface = contract</a:t>
            </a:r>
          </a:p>
          <a:p>
            <a:r>
              <a:t>Constructor injection</a:t>
            </a:r>
          </a:p>
          <a:p>
            <a:r>
              <a:t>Loose coupling</a:t>
            </a:r>
          </a:p>
          <a:p>
            <a:r>
              <a:t>Open/Closed Principle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OrderService sends a notification after purchase</a:t>
            </a:r>
          </a:p>
          <a:p>
            <a:r>
              <a:t>Email / SMS /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– Dependency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Should business logic depend on a real Email server?</a:t>
            </a:r>
          </a:p>
          <a:p>
            <a:r>
              <a:t>What if another system is not finished yet?</a:t>
            </a:r>
          </a:p>
          <a:p>
            <a:r>
              <a:t>How can we develop independently?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Interface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interface IMessageService</a:t>
            </a:r>
          </a:p>
          <a:p>
            <a:r>
              <a:t>bool Send(string message);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OrderService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CompleteOrder depends on IMessageService</a:t>
            </a:r>
          </a:p>
          <a:p>
            <a:r>
              <a:t>The result depends on Send()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Fake – Isolation Without the Real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FakeMessageService always returns true</a:t>
            </a:r>
          </a:p>
          <a:p>
            <a:r>
              <a:t>Allows development without a real Email server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 of Fake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Fake has one fixed behavior</a:t>
            </a:r>
          </a:p>
          <a:p>
            <a:r>
              <a:t>We cannot control different scenarios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Stub – A Controllable Dependency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StubMessageService receives result via constructor</a:t>
            </a:r>
          </a:p>
          <a:p>
            <a:r>
              <a:t>We can control success and failure scenarios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Stub – Success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Stub(true) → Completed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Stub – Failure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Stub(false) → Pending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Logic Extension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Send fails → Pending</a:t>
            </a:r>
          </a:p>
          <a:p>
            <a:r>
              <a:t>If Send succeeds → Completed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Architectural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Interface enables dependency isolation</a:t>
            </a:r>
          </a:p>
          <a:p>
            <a:r>
              <a:t>Fake disconnects the real system</a:t>
            </a:r>
          </a:p>
          <a:p>
            <a:r>
              <a:t>Stub enables behavior control</a:t>
            </a:r>
          </a:p>
          <a:p>
            <a:r>
              <a:t>Business logic remains stable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What’s Next?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coding: Fake → Refactor → Stub</a:t>
            </a:r>
          </a:p>
          <a:p>
            <a:r>
              <a:t>LAB-4: Implementing isolation in 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