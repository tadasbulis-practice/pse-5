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76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1 min
📢 FOR PRESENTER: Welcome them back. Today we go from 'data dies on close' to 'data persists' AND from console to a real GUI. Two big topics, but practical and exciting.
📖 DEEP: This is the first lecture where students see a graphical app — many will be hooked.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2-3 min
📢 FOR PRESENTER: Walk through the agenda. Emphasize that the live coding will combine BOTH topics: a WinForms app that saves to JSON/CSV.
📖 DEEP: Lab-10 is the most ambitious lab so far — it's 'real'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30 sec
📢 FOR PRESENTER: Section divider — pause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5-7 min
📢 FOR PRESENTER: Walk through the LEFT side first ('without File I/O'). Ask: 'Did anyone notice in Lab-9 that the seed data resets every time?' Then transition to RIGHT side.
📖 DEEP: This connects to the Repository pattern — Repository is currently in-memory. With File I/O, the Repository can become disk-backed. Mention briefly that real apps use SQL databases (preview of next year).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3-4 min
📢 FOR PRESENTER: Quick tour of namespaces. Don't dive deep — students just need to know what's available.
📖 DEEP: All these are part of the .NET BCL (Base Class Library) — same on Windows, Linux, Mac. The File class is a static class with convenience methods. StreamReader/Writer are the more flexible 'streaming'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4-5 min
📢 FOR PRESENTER: Walk through each method. Emphasize WriteAllText OVERWRITES. Show File.Exists pattern — the defensive programming approach.
📖 DEEP: WriteAllText reads the entire string into memory then writes. For very large files (&gt;100MB) you'd use streaming. For our student lists (&lt;10MB) WriteAllText is perfect.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5-6 min
📢 FOR PRESENTER: This is the FIRST appearance of 'using' for IDisposable. Stress: WHY do we need it? Because if we don't close the file, the OS keeps a file handle open — Windows even LOCKS the file. Show 'using var' (C# 8+) short form.
📖 DEEP: 'using' is syntactic sugar for try/finally with Dispose(). It's the same pattern as Java's try-with-resources. StreamReader/Writer implement IDisposable because they hold an OS file 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5 min
📢 FOR PRESENTER: Show the JSON output! Open a real file in VS Code so they SEE what serialize produces. Mention WriteIndented = true (pretty-printed) vs default (one line, smaller).
📖 DEEP: System.Text.Json was added in .NET Core 3.0 (2019). It replaces Newtonsoft.Json (still very popular). System.Text.Json is faster and built-in.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5 min
📢 FOR PRESENTER: Stress the BIG warning at the bottom — JsonSerializer SKIPS the constructor when properties have public setters. This means validation is bypassed! Their Student class has read-only properties + ctor — so they need the [JsonConstructor] attribute or they'll lose validation.
📖 DEEP: This is a classic OOP trap — serialization frameworks do reflection magic that breaks invariants. Solutions: read-only DTOs for serialization, [JsonConstructor], or post-load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5 min
📢 FOR PRESENTER: Compare with the JSON example. CSV is more verbose (more code) but the constructor IS called. Mention WHY semicolon: in Lithuania (and many EU locales), Excel uses ; not , as the default separator.
📖 DEEP: Real-world CSV is messier — fields with commas need quoting, fields with quotes need double-quote escaping. The CsvHelper NuGet package handles this. We're keeping it simple for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5 min
📢 FOR PRESENTER: Walk through the parsing. Stress that int.Parse can throw FormatException. Stress that the constructor IS called — so validation DOES run.
📖 DEEP: This is a teachable contrast: CSV reading naturally goes through the constructor; JSON deserialization with default settings does NOT. The student model with validation in the ctor is BETTER suited for CSV than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4-5 min
📢 FOR PRESENTER: Use the comparison to set context for Lab-10 — they implement BOTH so they can see when each shines. Ask: 'If your boss asks for a report a non-programmer can read in Excel, which do you pick?'
📖 DEEP: In real life you also see XML, YAML, MessagePack, Protobuf. Each has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3-4 min
📢 FOR PRESENTER: Connect back to Week 9 — these are NEW types in the same Exception hierarchy. Stress: catch SPECIFIC first.
📖 DEEP: IOException is the umbrella; FileNotFoundException, DirectoryNotFoundException, PathTooLongException all extend it. UnauthorizedAccessException does NOT — it extends SystemException directly. JsonException extends Exception (System.Text.Json).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5-6 min
📢 FOR PRESENTER: Stand on the BAD side first — let them see all the things that could go wrong. Then show the GOOD side. Emphasize: we WRAP exceptions (chain them) — InnerException tells the FULL story.
📖 DEEP: Wrapping exceptions creates an exception chain. Each layer can add context (which file, which operation) while preserving the root cause. This is the same pattern as RepositoryException in Week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5 min
📢 FOR PRESENTER: The mirror of save — load also has many failure modes. Stress: catch (IOException) { throw; } means 'we already wrapped it elsewhere — don't double-wrap'.
📖 DEEP: 'throw;' (no expression) preserves the stack trace. 'throw ex;' RESETS it. We covered this in Week 9 — quick callback.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30 sec — Section 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4-5 min
📢 FOR PRESENTER: WinForms is OLD but still widely used in Lithuanian businesses (banks, factories, hospitals — internal tools). Mention modern alternatives briefly: WPF, MAUI, Avalonia, Blazor — but say 'we start with WinForms because it's simple and reliable'.
📖 DEEP: WinForms was Microsoft's response to MFC. It wraps Win32 API. Designer files (.Designer.cs) are auto-generated — students can edit them, but should usually use the Visual Designer.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6-7 min
📢 FOR PRESENTER: This is the CORE concept slide — Form, Controls, Events. Walk through each line carefully. The += syntax for events is new to many — explain it as 'subscribe to the event'.
📖 DEEP: A Form IS a Control (Form : ContainerControl : ScrollableControl : Control). Controls form a tree. Events use the .NET delegate model — multicast delegates. We'll see this naturally as we wire buttons.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5-6 min
📢 FOR PRESENTER: This is the MOST IMPORTANT architectural slide of Week 10. Stress: 'Form is JUST UI'. The temptation will be to put logic in click handlers. RESIST.
📖 DEEP: This is MVP/MVC/MVVM territory. The pattern: Form (View) → calls Service (Presenter/Controller) → which uses Repository (Model). Same pattern as Lab-9.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4-5 min
📢 FOR PRESENTER: Show the four MessageBox flavors. Stress the Yes/No pattern — DialogResult is how we capture user choice.
📖 DEEP: MessageBox is a STATIC class — easy to use anywhere. The downside is you can't unit-test code that calls MessageBox without UI. In professional apps you'd inject an IDialogService.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4-5 min
📢 FOR PRESENTER: SaveFileDialog and OpenFileDialog look almost identical. Show the Filter syntax — pipe-separated, label|pattern. ALWAYS check ShowDialog() == DialogResult.OK before using FileName.
📖 DEEP: Both inherit from FileDialog. They wrap the Win32 common dialog. The 'using' here is to dispose unmanaged GDI handles.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5-6 min
📢 FOR PRESENTER: BindingList&lt;T&gt; is the magic that makes the grid auto-update. Compare with calling _grid.Refresh() manually — which doesn't even work in many cases.
📖 DEEP: BindingList&lt;T&gt; implements IBindingList — it raises ListChanged events that DataGridView listens to. This is the Observer pattern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4-5 min
📢 FOR PRESENTER: Show vs ShowDialog — the difference is BLOCKING. ShowDialog returns when user closes; Show returns immediately and the second window is independent.
📖 DEEP: Modal vs modeless windows. Modal blocks the parent. Add/Edit forms are almost always modal — you don't want the user to click Add twice or modify the underlying list while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4 min
📢 FOR PRESENTER: Architecture comparison — same Service/Repository/Strategy interfaces, just a different View. Stress: 'we are NOT rewriting the engine, just changing the steering wheel'.
📖 DEEP: This is exactly why we did dependency injection in earlier weeks. The Service knows nothing about Form vs Console — it just gets the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TIMING: 3-4 min
📢 FOR PRESENTER: Recap. Then preview Lab-10 — give the deadline. Encourage them to start with Act 1 in the same week.
📖 DEEP: Lab-10 is the largest lab so far — they should expect 4-6 hours of work, not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10: File I/O &amp; WinForms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data + graphical user interface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Object-Oriented Programming C# • Kaunas College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File I/O (Input/Output): why and how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and CSV — two standard data formats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exceptions: IOException, FileNotFoundException...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WinForms: from console to graphical interface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Controls, Events — the building blocks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DataGridView, MessageBox, dialog forms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Live coding: WinForms student management app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Lab-10: extend Lab-8 → WinForms app with JSON/CSV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survive the program ending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where does our data go?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577840" cy="544068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File I/O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53035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starts the program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Adds 5 students through the Add form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Closes the program 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Opens again — list is EMPTY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list lives only in memory (RAM).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is wiped when the process closes.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5577840" cy="5440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File I/O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600200"/>
            <a:ext cx="53035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starts the program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Adds 5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File → Save As → students.json 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Opens again + File → Open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List is BACK with the same 5 students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(on disk) survives the close.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System.IO — what we have available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— static class: File.ReadAllText, File.WriteAllText, File.Exists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StreamReader / StreamWriter — line-by-line read/write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FileStream — low-level byte stream (not needed today)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— path helpers: Combine, GetExtension, GetFileName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— folder management: CreateDirectory, Exists, GetFiles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System.Text.Json — JSON serialize/deserialize (separate namespace)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 using System.IO; / using System.Text.Json;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class — simple one-liner methods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54406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System.IO;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 text to file (overwrites if exists)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File.WriteAllText("hello.txt", "Hello, world!");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 a list of strings — each on its own 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lines = { "Alice", "Bob", "Charlie" 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File.WriteAllLines("names.txt", lines);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everything as a single 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content = File.ReadAllText("hello.txt");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as an array of lines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readLines = File.ReadAllLines("names.txt");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check existence BEFORE reading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(File.Exists("names.txt"))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data = File.ReadAllLines("names.txt");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StreamWriter / StreamReader + using directive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54406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StreamWriter — write line by 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'using' GUARANTEES the file is closed even on exception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(StreamWriter writer = new StreamWriter("log.txt"))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writer.WriteLine($"[{DateTime.Now}] Program started");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writer.WriteLine("Second line");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← writer.Dispose() called automatically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Short form (C# 8+) — scope ends at block end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writer2 = new StreamWriter("log.txt", append: true);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writer2.WriteLine("Appended line");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StreamReader — read line by 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reader = new StreamReader("log.txt");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line;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((line = reader.ReadLine()) != null)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Console.WriteLine(line);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serialization (object → text)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54406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System.Text.Json;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Our data in memory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List&lt;Student&gt; students = new()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Student(1, "Alice", "Smith", "alice@uni.lt", "CS", 2023),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Student(2, "Bob",   "Jones", "bob@uni.lt",   "CS", 2024),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Convert C# objects → JSON text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options = new JsonSerializerOptions { WriteIndented = true 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json = JsonSerializer.Serialize(students, options);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 to file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File.WriteAllText("students.json", json);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File contents: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1,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"FirstName": "Alice",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"LastName": "Smith",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"Email": "alice@uni.lt",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"StudyProgram": "CS",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"EnrollmentYear": 2023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*/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deserialization (text → object)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54406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System.Text.Json;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text from file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json = File.ReadAllText("students.json");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 text → C# objects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List&lt;Student&gt;? students = JsonSerializer.Deserialize&lt;List&lt;Student&gt;&gt;(json);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check for null!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(students == null)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Console.WriteLine("Could not load — file empty or invalid");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Console.WriteLine($"Loaded {students.Count} students:");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s in students)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  {s.Id} {s.FullName}");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IMPORTANT: deserialization calls the constructor? Only sometimes.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'public set;' — constructor is SKIPPED, validation does NOT run!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Read-only properties + [JsonConstructor] — forces constructor use.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CSV: writing manually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54406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CSV (Comma-Separated Values) — each line = one record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Columns separated by comma (or semicolon in many locales)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writer = new StreamWriter("students.csv");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Header — column names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writer.WriteLine("Id;FirstName;LastName;Email;StudyProgram;EnrollmentYear");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Data rows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s in students)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writer.WriteLine(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$"{s.Id};{s.FirstName};{s.LastName};" 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$"{s.Email};{s.StudyProgram};{s.EnrollmentYear}");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File contents (students.csv):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Id;FirstName;LastName;Email;StudyProgram;EnrollmentYear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1;Alice;Smith;alice@uni.lt;CS;2023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2;Bob;Jones;bob@uni.lt;CS;2024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 We use SEMICOLON ; — safer than comma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(names may contain commas in some locales!)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CSV: reading manually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54406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students = new List&lt;Student&gt;();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reader = new StreamReader("students.csv");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Skip the header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reader.ReadLine();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Read rows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line;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((line = reader.ReadLine()) != null)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(string.IsNullOrWhiteSpace(line)) continue;  // skip empty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parts = line.Split(';');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(parts.Length &lt; 6) continue;                  // malformed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student = new Student(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id:             int.Parse(parts[0]),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firstName:      parts[1],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lastName:       parts[2],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email:          parts[3],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studyProgram:   parts[4],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enrollmentYear: int.Parse(parts[5]));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students.Add(student);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IMPORTANT: the constructor IS called — validation runs!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(unlike JsonSerializer.Deserialize with public set;)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JSON vs CSV?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577840" cy="544068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53035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Complex structure (nested objects, arrays)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Types preserved (int, bool, string)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Easy with .NET — one 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Standard between apps / APIs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Harder to read by hand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Excel doesn't open directly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Larger files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exchanging with APIs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need nested hierarchy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have arrays (Grades)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5577840" cy="5440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600200"/>
            <a:ext cx="53035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Opens in Excel / Google Sheets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Easy to read by hand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Smaller files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Humans can edit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Flat data only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Every value is a string (needs parse)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Tricky with commas in names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needs Excel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is flat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 / exports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exceptions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IOException — common base class for all I/O errors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FileNotFoundException — file does not exist (extends IOException)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DirectoryNotFoundException — folder does not exist (extends IOException)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UnauthorizedAccessException — no permission (read-only / system file)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PathTooLongException — path &gt; 260 chars (Windows limit)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JsonException — malformed JSON during deserialization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FormatException — int.Parse() on "abc" in CSV column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Catch SPECIFIC first, IOException last (like Week 9)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/ Good: save with exception handling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577840" cy="544068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BAD — fragile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94960" cy="48920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21208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Save(List&lt;Student&gt; list,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string path)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json = JsonSerializer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.Serialize(list);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File.WriteAllText(path, json);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Disk full → CRASH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Bad path → CRASH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User sees ugly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System.IO.IOException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with full stack trace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5577840" cy="5440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 — safe and clear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48920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600200"/>
            <a:ext cx="521208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Save(List&lt;Student&gt; list,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string path)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opts = new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JsonSerializerOptions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 WriteIndented = true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json = JsonSerializer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.Serialize(list, opts);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File.WriteAllText(path, json);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(UnauthorizedAccessException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throw new IOException(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"No write permission.", ex);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(IOException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throw new IOException(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$"Failed writing {path}", ex);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/ Good: load with errors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577840" cy="544068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94960" cy="48920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21208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List&lt;Student&gt; Load(string path)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json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File.ReadAllText(path);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JsonSerializer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.Deserialize&lt;List&lt;Student&gt;&gt;(json)!;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 file → CRASH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Bad JSON → CRASH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null with ! operator → CRASH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Every case →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sees a crashed 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5577840" cy="5440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1143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394960" cy="48920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600200"/>
            <a:ext cx="521208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List&lt;Student&gt; Load(string path)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json = File.ReadAllText(path);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list = JsonSerializer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.Deserialize&lt;List&lt;Student&gt;&gt;(json);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list ?? new();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(FileNotFoundException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throw new IOException(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$"File not found: {path}", ex);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(JsonException 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throw new IOException(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"Malformed JSON format.", ex);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(IOException) { throw;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WinForms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console to graphical user interface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WinForms?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— Microsoft's GUI library, since 2002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alive and actively maintained on .NET 8 / .NET 9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serious GUI option for beginner C# students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a window with buttons, tables, menus — not a black terminal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on Windows (sadly, not MacOS / Linux)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.csproj with &lt;UseWindowsForms&gt;true&lt;/UseWindowsForms&gt;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(drag-and-drop) OR code only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mostly code, so we can see what is happening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building blocks: Form, Controls, Events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2440" y="832104"/>
            <a:ext cx="11247120" cy="585317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447" y="832104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MainForm : Form  // ← 1) Form = window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2) Controls = inner elements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Button _saveButton;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TextBox _nameBox;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Label _label;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MainForm()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 = "Student Management";   // window title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Width = 800; Height = 600;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_label = new Label { Text = "Name:", Top = 20, Left = 20 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_nameBox = new TextBox { Top = 20, Left = 100, Width = 200 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_saveButton = new Button { Text = "Save", Top = 20, Left = 320 };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3) Events = react to user actions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_saveButton.Click += SaveButton_Click;  // event handler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Controls.Add(_label);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Controls.Add(_nameBox);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Controls.Add(_saveButton);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SaveButton_Click(object? sender, EventArgs 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MessageBox.Show($"Saved: {_nameBox.Text}");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IMPORTANT: Form is JUST UI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577840" cy="544068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BAD — God 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53035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Form: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HttpClient calls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File.WriteAllText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serialization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calculation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800 lines of chaos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Untestable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Logic glued to a button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Change UI — everything breaks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5577840" cy="5440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 — separated layers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600200"/>
            <a:ext cx="53035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MainForm — only: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rendering (DataGridView)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catching user events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calls into Service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— business logic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— data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JsonStudentFileService — files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 ~150 lines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Logic fully TESTABLE without GUI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Service knows nothing about Form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MessageBox &amp; DialogResult — messages to the user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52424"/>
            <a:ext cx="11247120" cy="581863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447" y="868680"/>
            <a:ext cx="10972800" cy="5818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Simple message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MessageBox.Show("File saved successfully.");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With title and icon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MessageBox.Show(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"File saved successfully.",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"Success",                            // title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MessageBoxButtons.OK,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MessageBoxIcon.Information);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ERROR message (show exception inside WinForms)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fileService.Save(students, path);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(IOException ex)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MessageBox.Show(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$"Could not save:\n{ex.Message}",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"Error",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MessageBoxButtons.OK,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MessageBoxIcon.Error);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4) Yes/No question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result = MessageBox.Show(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"Really delete this student?",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"Confirmation",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MessageBoxButtons.YesNo,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MessageBoxIcon.Question);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(result == DialogResult.Yes)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repository.Remove(studentId);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SaveFileDialog &amp; OpenFileDialog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11247120" cy="578307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877824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SaveFileDialog — lets the user pick where to save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SaveAsJson_Click(object? sender, EventArgs 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var dialog = new SaveFileDialog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    = "Save students",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   = "JSON files (*.json)|*.json|All files (*.*)|*.*",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FileName = "students.json"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(dialog.ShowDialog() != DialogResult.OK) return;  // user cancelled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_jsonFileService.Save(_students, dialog.FileName);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MessageBox.Show("Saved to: " + dialog.FileName);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(IOException ex)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MessageBox.Show(ex.Message, "Error",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MessageBoxButtons.OK, MessageBoxIcon.Error);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OpenFileDialog — reverse: user picks an existing file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dlg = new OpenFileDialog { Filter = "JSON|*.json|CSV|*.csv" };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(dlg.ShowDialog() == DialogResult.OK)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LoadFile(dlg.FileName);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DataGridView — table for the student list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32104"/>
            <a:ext cx="11247120" cy="598017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923544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DataGridView = Excel-style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BindingList&lt;T&gt; = list that auto-notifies the UI on change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 BindingList&lt;Student&gt; _displayList = new();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MainForm()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grid = new DataGridView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Dock = DockStyle.Fill,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AutoGenerateColumns = true,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ReadOnly = true,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SelectionMode = DataGridViewSelectionMode.FullRowSelect,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AllowUserToAddRows = false,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BindingList → DataGridView: everything refreshes automatically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grid.DataSource = _displayList;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Controls.Add(grid);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a student — UI refreshes itself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AddStudent(Student 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_displayList.Add(s);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 need to call grid.Refresh() — BindingList does 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loading from a file, repopulate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_displayList.Clear();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s in loadedStudent</a:t>
            </a: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s) _displayList.Add(s);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dialogs — Add/Edit 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47344"/>
            <a:ext cx="11247120" cy="584911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Show()        → window opens, code CONTINUES immediately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ShowDialog()  → window opens, code WAITS until it closes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 form — Add button event handler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AddButton_Click(object? sender, EventArgs 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var editForm = new StudentEditForm();   // empty, for new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(editForm.ShowDialog() == DialogResult.OK) // BLOCKS until closed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Student newStudent = editForm.Result;     // grab the result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_service.AddStudent(newStudent);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_displayList.Add(newStudent);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If user pressed Cancel → DialogResult.Cancel → do nothing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StudentEditForm — modal form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StudentEditForm : Form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Student Result { get; private set; } = null!;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OkButton_Click(object? sender, EventArgs 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new Student(...);     // ctor validates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DialogResult = DialogResult.OK; // returns to main form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Close();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Lab-9 (BEFORE) → Lab-10 (AFTER)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577840" cy="544068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Lab-9 (BEFORE): Console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53035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└─ ConsoleMenuService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├─ IStudentRepository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│    └─ ApiStudentRepository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│       (fallback Memory)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├─ IStudentPrinter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└─ IAverageStrategy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IN TERMINAL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numbers (1-9)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lost on close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5577840" cy="5440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Lab-10 (AFTER): WinForms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600200"/>
            <a:ext cx="53035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└─ MainForm (DataGridView + MenuStrip)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├─ IStudentRepository (same as before!)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│    └─ ApiStudentRepository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├─ IStudentFileService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│    ├─ JsonStudentFileService  ← NEW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│    └─ CsvStudentFileService   ← NEW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└─ StudentEditForm (modal)       ← NEW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menu: Save/Load JSON/CSV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in files ✅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Lab-10 assignment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File I/O: File class, StreamReader/Writer, using directive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JSON: System.Text.Json — Serialize/Deserialize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CSV: manual write/read (StreamWriter + Split)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File exceptions: IOException, FileNotFoundException, JsonException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WinForms: Form, Controls, Events, MessageBox, Dialog windows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DataGridView + BindingList&lt;T&gt; — automatic UI refresh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Lab-10: extend Lab-9 → WinForms application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MainForm with DataGridView, Add/Edit modal (with GraduateStudent),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MenuStrip: Save/Load JSON + CSV with exception handling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5060</Words>
  <Application>Microsoft Macintosh PowerPoint</Application>
  <PresentationFormat>Widescreen</PresentationFormat>
  <Paragraphs>569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 OOP C#</dc:title>
  <dc:subject>PptxGenJS Presentation</dc:subject>
  <dc:creator>Tadas Bulis — KK</dc:creator>
  <cp:lastModifiedBy>Tadas Bulis</cp:lastModifiedBy>
  <cp:revision>2</cp:revision>
  <dcterms:created xsi:type="dcterms:W3CDTF">2026-04-29T18:23:11Z</dcterms:created>
  <dcterms:modified xsi:type="dcterms:W3CDTF">2026-04-29T19:26:47Z</dcterms:modified>
</cp:coreProperties>
</file>