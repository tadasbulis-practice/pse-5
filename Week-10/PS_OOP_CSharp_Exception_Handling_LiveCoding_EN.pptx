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— Exception Handling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C#  ·  Week 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Lab-8  |  ~40 min  |  3 steps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C#  ·  Kaunas College  ·  Tadas Bulis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 Today?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5820"/>
            <a:ext cx="8503920" cy="150876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8972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9555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crash — live demonstration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412748"/>
            <a:ext cx="6400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useApi=true, Docker stopped → crash. "How do we fix this?"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06640" y="13487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418588"/>
            <a:ext cx="8503920" cy="150876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917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051560" y="25283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Exceptions/ + ApiStudentRepository protection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985516"/>
            <a:ext cx="6400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RepositoryException class. Wrap LoadFromApi() with try/catch.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29215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991356"/>
            <a:ext cx="8503920" cy="150876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4508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051560" y="410108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GraduateStudent validation + Program.cs boundary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4558284"/>
            <a:ext cx="6400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ArgumentException in constructors. Program.cs catch (RepositoryException) with fallback.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06640" y="449427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Show the Problem — Run Without Docker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8458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658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Program.cs: const bool useApi = true;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5316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Docker: DO NOT start Docker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8973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undefined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22631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undefined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" y="2720340"/>
            <a:ext cx="8503920" cy="226771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93492"/>
            <a:ext cx="832104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Studentai mato / Students see: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Unhandled exception. System.Net.Http.HttpRequestException: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connection could be made because the target machine actively refused 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System.Net.Http.HttpConnectionPool.ConnectAsync(...)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ApiStudentRepository.LoadFromApi()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Klauskite: "Ar tikėtis, kad vartotojas supras šį tekstą?"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Ask: "Would a user understand this? Is this acceptable?"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5033772"/>
            <a:ext cx="8503920" cy="566928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08863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students see the problem BEFORE the solution. Then the solution feels meaningful.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Create RepositoryException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8458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Create: Exceptions/RepositoryException.cs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175004"/>
            <a:ext cx="8503920" cy="24505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48156"/>
            <a:ext cx="832104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Lab9.Exceptions;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RepositoryException : Exception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RepositoryException(string message)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base(message) {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RepositoryException(string message, Exception innerException)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base(message, innerException) {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3680460"/>
            <a:ext cx="8503920" cy="347472"/>
          </a:xfrm>
          <a:prstGeom prst="rect">
            <a:avLst/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261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Explain: two constructors — one with message only, one with message + root cause (InnerException).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4091940"/>
            <a:ext cx="8503920" cy="17830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165092"/>
            <a:ext cx="832104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Panaudojimas kuris ateis / How it will be used: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RepositoryException("Cannot connect to API.", httpRequestException);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 galės gaudyti: / Program.cs will catch: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(RepositoryException ex)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Console.WriteLine($"Repository error: {ex.Message}");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Console.WriteLine($"Caused by: {ex.InnerException?.Message}");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Protect ApiStudentRepository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8458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ApiStudentRepository.cs — LoadFromApi() method: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75004"/>
            <a:ext cx="8503920" cy="449884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48156"/>
            <a:ext cx="8321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Task LoadFromApi()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dto = await _http.GetFromJsonAsync&lt;ApiFacultyDto&gt;("/api/faculty");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(dto is null) throw new RepositoryException("API returned null.");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_faculty = new Faculty(dto.Name);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(var gDto in dto.Groups)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foreach (var sDto in gDto.Students)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RegisterStudent(MapStudent(sDto));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Console.WriteLine($"  Loaded {_studentsById.Count} students.");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(HttpRequestException ex)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RepositoryException("Cannot connect to student API.", ex);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(JsonException ex)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RepositoryException("Received invalid data from API.", ex);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RepositoryException — leidžiame kilti / let propagate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Student Constructor Validation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8458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Student.cs — add before each assignment: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75004"/>
            <a:ext cx="8503920" cy="449884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48156"/>
            <a:ext cx="8321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Student(int id, string firstName, string lastName,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string email, string studyProgram, int enrollmentYear)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(id &lt;=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ArgumentOutOfRangeException(nameof(id), "Id must be positive.");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(string.IsNullOrWhiteSpace(firstName))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ArgumentException("First name cannot be empty.", nameof(firstName));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(string.IsNullOrWhiteSpace(lastName))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ArgumentException("Last name cannot be empty.", nameof(lastName));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(string.IsNullOrWhiteSpace(email))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ArgumentException("Email cannot be empty.", nameof(email));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= id; FirstName = firstName; LastName = lastName;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= email; StudyProgram = studyProgram; EnrollmentYear = enrollmentYear;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TESTAS: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var s = new Student(-1, "", "", "", "", 0);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(ArgumentOutOfRangeException ex) { Console.WriteLine(ex.Message); 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Program.cs — Final Boundary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8458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Program.cs — wrap repository creation: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75004"/>
            <a:ext cx="8503920" cy="42793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48156"/>
            <a:ext cx="8321040" cy="416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IStudentRepository repository;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repository = useApi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new ApiStudentRepository(apiUrl)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new MemoryStudentRepository();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(RepositoryException ex)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Console.ForegroundColor = ConsoleColor.Red;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Console.WriteLine($"[ERROR] {ex.Message}");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(ex.InnerException is not null)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Console.WriteLine($"  Caused by: {ex.InnerException.Message}");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Console.ResetColor();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Console.WriteLine("Switching to demo mode...");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repository = new MemoryStudentRepository();  // ← fallback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TESTAS: useApi=true, Docker išjungtas / Docker stopped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Rezultatas: matomas draugiškas pranešimas, ne crash!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5490972"/>
            <a:ext cx="850392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Build Today?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5820"/>
            <a:ext cx="8503920" cy="1444752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5548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95554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RepositoryException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3944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with two constructors — gives context to errors.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54580"/>
            <a:ext cx="8503920" cy="1444752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4308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51560" y="246430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ApiStudentRepository protection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9032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HttpRequestException and JsonException → RepositoryException. Program no longer crashes.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863340"/>
            <a:ext cx="8503920" cy="144475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3068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51560" y="39730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validation + Program.cs boundary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4119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ArgumentException when data is invalid. Program.cs catches RepositoryException with fallback.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5417820"/>
            <a:ext cx="8503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44525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LAB-9 — implement it all independently!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2026-04-14T21:57:06Z</dcterms:created>
  <dcterms:modified xsi:type="dcterms:W3CDTF">2026-04-14T21:57:06Z</dcterms:modified>
</cp:coreProperties>
</file>